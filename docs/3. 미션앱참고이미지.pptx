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8" r:id="rId4"/>
    <p:sldId id="260" r:id="rId5"/>
    <p:sldId id="259" r:id="rId6"/>
    <p:sldId id="261" r:id="rId7"/>
    <p:sldId id="26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7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00E2-29DB-471C-B435-694E8E4D1623}" type="datetimeFigureOut">
              <a:rPr lang="ko-KR" altLang="en-US" smtClean="0"/>
              <a:pPr/>
              <a:t>2026-04-07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747C-4EA2-429C-A951-4C43E65446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00E2-29DB-471C-B435-694E8E4D1623}" type="datetimeFigureOut">
              <a:rPr lang="ko-KR" altLang="en-US" smtClean="0"/>
              <a:pPr/>
              <a:t>2026-04-07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747C-4EA2-429C-A951-4C43E65446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00E2-29DB-471C-B435-694E8E4D1623}" type="datetimeFigureOut">
              <a:rPr lang="ko-KR" altLang="en-US" smtClean="0"/>
              <a:pPr/>
              <a:t>2026-04-07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747C-4EA2-429C-A951-4C43E65446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00E2-29DB-471C-B435-694E8E4D1623}" type="datetimeFigureOut">
              <a:rPr lang="ko-KR" altLang="en-US" smtClean="0"/>
              <a:pPr/>
              <a:t>2026-04-07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747C-4EA2-429C-A951-4C43E65446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00E2-29DB-471C-B435-694E8E4D1623}" type="datetimeFigureOut">
              <a:rPr lang="ko-KR" altLang="en-US" smtClean="0"/>
              <a:pPr/>
              <a:t>2026-04-07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747C-4EA2-429C-A951-4C43E65446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00E2-29DB-471C-B435-694E8E4D1623}" type="datetimeFigureOut">
              <a:rPr lang="ko-KR" altLang="en-US" smtClean="0"/>
              <a:pPr/>
              <a:t>2026-04-07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747C-4EA2-429C-A951-4C43E65446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00E2-29DB-471C-B435-694E8E4D1623}" type="datetimeFigureOut">
              <a:rPr lang="ko-KR" altLang="en-US" smtClean="0"/>
              <a:pPr/>
              <a:t>2026-04-07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747C-4EA2-429C-A951-4C43E65446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00E2-29DB-471C-B435-694E8E4D1623}" type="datetimeFigureOut">
              <a:rPr lang="ko-KR" altLang="en-US" smtClean="0"/>
              <a:pPr/>
              <a:t>2026-04-07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747C-4EA2-429C-A951-4C43E65446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00E2-29DB-471C-B435-694E8E4D1623}" type="datetimeFigureOut">
              <a:rPr lang="ko-KR" altLang="en-US" smtClean="0"/>
              <a:pPr/>
              <a:t>2026-04-07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747C-4EA2-429C-A951-4C43E65446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00E2-29DB-471C-B435-694E8E4D1623}" type="datetimeFigureOut">
              <a:rPr lang="ko-KR" altLang="en-US" smtClean="0"/>
              <a:pPr/>
              <a:t>2026-04-07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747C-4EA2-429C-A951-4C43E65446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00E2-29DB-471C-B435-694E8E4D1623}" type="datetimeFigureOut">
              <a:rPr lang="ko-KR" altLang="en-US" smtClean="0"/>
              <a:pPr/>
              <a:t>2026-04-07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747C-4EA2-429C-A951-4C43E65446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B00E2-29DB-471C-B435-694E8E4D1623}" type="datetimeFigureOut">
              <a:rPr lang="ko-KR" altLang="en-US" smtClean="0"/>
              <a:pPr/>
              <a:t>2026-04-07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6747C-4EA2-429C-A951-4C43E65446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71472" y="428604"/>
            <a:ext cx="2196093" cy="6072230"/>
            <a:chOff x="569037" y="214290"/>
            <a:chExt cx="2196093" cy="6072230"/>
          </a:xfrm>
        </p:grpSpPr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71472" y="214290"/>
              <a:ext cx="2193658" cy="34859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9037" y="3786190"/>
              <a:ext cx="2189581" cy="2500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TextBox 5"/>
          <p:cNvSpPr txBox="1"/>
          <p:nvPr/>
        </p:nvSpPr>
        <p:spPr>
          <a:xfrm>
            <a:off x="500034" y="0"/>
            <a:ext cx="2403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프로필 설정화면</a:t>
            </a:r>
            <a:endParaRPr lang="en-US" altLang="ko-KR" sz="1200" b="1" dirty="0" smtClean="0"/>
          </a:p>
          <a:p>
            <a:r>
              <a:rPr lang="ko-KR" altLang="en-US" sz="1200" b="1" dirty="0" err="1" smtClean="0"/>
              <a:t>앱</a:t>
            </a:r>
            <a:r>
              <a:rPr lang="ko-KR" altLang="en-US" sz="1200" b="1" dirty="0" smtClean="0"/>
              <a:t> 최초 </a:t>
            </a:r>
            <a:r>
              <a:rPr lang="ko-KR" altLang="en-US" sz="1200" b="1" dirty="0" err="1" smtClean="0"/>
              <a:t>접속시</a:t>
            </a:r>
            <a:r>
              <a:rPr lang="ko-KR" altLang="en-US" sz="1200" b="1" dirty="0" smtClean="0"/>
              <a:t> 한번만 강제진입</a:t>
            </a:r>
            <a:endParaRPr lang="ko-KR" alt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2000264" cy="6527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직선 화살표 연결선 16"/>
          <p:cNvCxnSpPr/>
          <p:nvPr/>
        </p:nvCxnSpPr>
        <p:spPr>
          <a:xfrm flipV="1">
            <a:off x="2071670" y="3357562"/>
            <a:ext cx="1714512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86182" y="314324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필터</a:t>
            </a:r>
            <a:endParaRPr lang="ko-KR" alt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928662" y="0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홈 화면</a:t>
            </a:r>
            <a:endParaRPr lang="ko-KR" alt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3" y="428604"/>
            <a:ext cx="3062066" cy="6194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928662" y="80167"/>
            <a:ext cx="1524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오늘의 팀 미션화면</a:t>
            </a:r>
            <a:endParaRPr lang="ko-KR" alt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6248" y="2214554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사진 업로드페이지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571480"/>
            <a:ext cx="2184341" cy="61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820798" y="142852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미션참여화면</a:t>
            </a:r>
            <a:endParaRPr lang="ko-KR" altLang="en-US" sz="12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571480"/>
            <a:ext cx="256222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571480"/>
            <a:ext cx="2286016" cy="6187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14348" y="142852"/>
            <a:ext cx="18325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결과보기</a:t>
            </a:r>
            <a:r>
              <a:rPr lang="en-US" altLang="ko-KR" sz="1200" b="1" dirty="0" smtClean="0"/>
              <a:t>(</a:t>
            </a:r>
            <a:r>
              <a:rPr lang="ko-KR" altLang="en-US" sz="1200" b="1" dirty="0" err="1" smtClean="0"/>
              <a:t>피드상세</a:t>
            </a:r>
            <a:r>
              <a:rPr lang="en-US" altLang="ko-KR" sz="1200" b="1" dirty="0" smtClean="0"/>
              <a:t>)</a:t>
            </a:r>
            <a:r>
              <a:rPr lang="ko-KR" altLang="en-US" sz="1200" b="1" dirty="0" smtClean="0"/>
              <a:t>화면</a:t>
            </a:r>
            <a:endParaRPr lang="ko-KR" altLang="en-US" sz="12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57166"/>
            <a:ext cx="2286016" cy="6486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714348" y="71414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err="1" smtClean="0"/>
              <a:t>마이페이지화면</a:t>
            </a:r>
            <a:endParaRPr lang="ko-KR" altLang="en-US" sz="1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357166"/>
            <a:ext cx="2189693" cy="61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71472" y="8016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월드</a:t>
            </a:r>
            <a:endParaRPr lang="ko-KR" altLang="en-US" sz="1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23</Words>
  <Application>Microsoft Office PowerPoint</Application>
  <PresentationFormat>화면 슬라이드 쇼(4:3)</PresentationFormat>
  <Paragraphs>10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kwanghyun son</dc:creator>
  <cp:lastModifiedBy>kwanghyun son</cp:lastModifiedBy>
  <cp:revision>3</cp:revision>
  <dcterms:created xsi:type="dcterms:W3CDTF">2026-04-06T02:55:05Z</dcterms:created>
  <dcterms:modified xsi:type="dcterms:W3CDTF">2026-04-07T05:56:26Z</dcterms:modified>
</cp:coreProperties>
</file>